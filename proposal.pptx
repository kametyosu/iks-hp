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距離を、取引の障壁にしない。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IKS｜現場DX × 全国施工ネットワーク構想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遠いから現場に行けない。時間とコストがかかる。対応できる人材が限られる。こうした建設業界の当たり前を変えたい。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現場調査、施工、管理をデジタルでつなぎ、全国の企業と地域の施工会社が連携できる仕組みを目指す。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全国対応が完成していることを示すものではなく、実証を通じて段階的に構築する事業構想。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01｜人が減る時代に、仕事の可能性を広げる。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移動しなくても、情報と仕事がつながる仕組みへ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建設業就業者：1997年685万人 → 2024年477万人。約208万人減、約30％減（計算値30.4％）。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限られた人材で仕事に対応するために、知識・技術を地域を越えて活かす。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単なる業務効率化に留めず、遠方の取引にも対応できる環境を目指す。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参考値・原資料照合前：総務省「労働力調査」に基づく国土交通省資料を出典とする提供情報。数値は概数。2024年値であり最新値とは断定しない。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02｜距離が遠い。それだけで、取引を諦めていないか。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距離が生む、費用と時間と機会の制約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大阪の企業が福岡の案件に対応する際、現場調査、打ち合わせ、施工確認のために何度も現地へ足を運ぶ場合がある。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移動費だけでなく、移動時間や担当者の拘束が対応できる案件数を制約する。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現地対応の体制がないために、営業範囲や受注機会を広げにくい可能性がある。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説明用の想定例。特定企業の失注実績や実測効果を示すものではない。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03｜出張1回の負担を、費用と時間で見る。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大阪―福岡／新幹線・日帰り・1名の仮定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新幹線往復30,000円 ＋ 現地交通費5,000円 ＝ 直接経費35,000円／回。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人件費相当30,000円／日を含めた総コスト相当：65,000円／回。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月10回：直接経費35万円／総コスト相当65万円。年間120回：420万円／780万円。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仮定による試算。実際の交通費・人件費ではない。人件費相当は追加の現金支出ではなく、全額が削減できることを示さない。現地作業を含む1日分に移動時間を二重計上しない。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04｜全国の現場をつなぎ、仕事の可能性を広げる。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OUR VISION｜「遠いから対応できない」を「仕事につながる」へ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企業が、これまで対応が難しかった地域にも事業を展開できる環境。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地域の施工会社が、全国の企業から新たな仕事を受けられる環境。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大阪の企業が北海道の現場を受注する。福岡の施工会社が東京のメーカーと仕事をする。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将来イメージであり、記載地域での対応実績ではない。紹介だけでなく情報共有・業務標準化・品質管理を一体化する構想。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05｜デジタルと施工力を融合する。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現場DX × 全国施工ネットワーク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現場DX：現場調査・写真・安全書類・施工管理・情報共有。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全国施工ネットワーク：地域の施工会社・技術者・メーカー・商社。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想定する流れ：案件依頼 → 現地対応 → 情報共有 → 遠隔確認 → 施工・管理。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情報・人・技術・仕事をつなぐ共通基盤を段階的に構築する。対応地域・体制・各機能は実証を通じて整備。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06｜発注側にも施工側にも、新たな可能性を。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この事業で生み出したい価値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メーカー・商社・発注企業：遠隔地の現場対応力を高め、営業エリア拡大と受注機会の創出を目指す。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地域の施工会社：全国の企業とつながり、新たな案件・継続的な取引機会を目指す。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建設業界全体：限られた人材や技術を活かし、地域を超えて仕事を支え合う。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期待する価値であり、売上や案件数の増加を保証しない。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07｜紹介だけでなく、任せられる仕組みを。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品質・技術・責任・安全を揃える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調査項目、撮影・測定方法、報告形式、完了・承認基準を標準化。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対応者の技能・経験・資格を確認し、教育と試行を実施。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調査・判断・施工・再対応の責任、費用負担、情報権限を明確化。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資格者による現地確認や法令上の手順を、アプリが不要にするとはしない。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08｜一社・一地域・一業務で、効果を確かめる。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実証から、再利用できる事業基盤へ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対象業務と協力会社を選び、現状の費用・工数・品質を記録。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地域の現地対応と遠隔確認を試行。出張回数、拘束時間、再訪、確認完了時間を比較。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減らした出張経費だけでなく、現地対応費・遠隔確認工数・利用運用費を評価。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成果を確認した手順を標準化し、対応地域・商材・施工業務へ展開。料金・契約方式・期間は協議して決定。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7663"/>
                </a:solidFill>
                <a:latin typeface="Yu Gothic"/>
              </a:defRPr>
            </a:pPr>
            <a:r>
              <a:t>IKS / FIELD DX × CONSTRUCTION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D39"/>
                </a:solidFill>
                <a:latin typeface="Yu Gothic"/>
              </a:defRPr>
            </a:pPr>
            <a:r>
              <a:t>09｜新しい取引の形を、共につくりませんか。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7663"/>
                </a:solidFill>
                <a:latin typeface="Yu Gothic"/>
              </a:defRPr>
            </a:pPr>
            <a:r>
              <a:t>メーカー・商社・施工会社・技術者の皆さまへ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一社だけで完成する構想ではない。各社の経験と強みをつなぎ、仕事に地域の限界をつくらない未来へ。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実証への協力：対象案件の選定、調査手順・帳票の共有、実費・工数の確認、現地・遠隔担当者の選定。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62272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52D39"/>
                </a:solidFill>
                <a:latin typeface="Yu Gothic"/>
              </a:defRPr>
            </a:pPr>
            <a:r>
              <a:t>• 共同で決めること：責任分担、実証期間、費用負担、情報の取り扱い。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2727B"/>
                </a:solidFill>
                <a:latin typeface="Yu Gothic"/>
              </a:defRPr>
            </a:pPr>
            <a:r>
              <a:t>お問い合わせ窓口は準備中。連絡先の確定後に掲載。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27B"/>
                </a:solidFill>
                <a:latin typeface="Yu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